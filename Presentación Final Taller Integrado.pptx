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24.png"/><Relationship Id="rId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3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2412" y="5718571"/>
            <a:ext cx="40671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98087" y="1844750"/>
            <a:ext cx="77958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Reconocimiento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Actividad Humana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33725" y="3943201"/>
            <a:ext cx="5924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Aplicación Web Full-Stack utilizando el Dataset MHealth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57712" y="4918471"/>
            <a:ext cx="3076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Final de Taller Integrado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2625" y="729704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2637" y="588527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17430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¿Qué es el Dataset MHealth?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05000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14400" y="22193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Datos reales de sensores corporales (acelerómetros, giroscopios, magnetómetros).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0194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Registros de 10 voluntarios realizando 12 actividades físicas distintas.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8195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Sensores ubicados en pecho, tobillo y brazo derecho.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7148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 Objetivo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2292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Desarrollar un sistema completo capaz de ingestar estos logs crudos y clasificar automáticamente la actividad realizada utilizando Machine Learning.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2387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Contexto y Problema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2387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19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19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9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title="Sensor-placements-for-MHEALTH-datas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1275" y="1894450"/>
            <a:ext cx="5229225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8837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28837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28837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4241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76300" y="32813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Preprocesamiento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393858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Normalización con StandardScaler, limpieza de columnas inútiles y adaptación a 23 features exactas para el modelo.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4241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648200" y="32813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Entrenamiento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8200" y="393858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RandomForestClassifier encapsulado en un Pipeline de Scikit-learn para reproducibilidad y robustez a ruido.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24241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8420100" y="32813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 Despliegue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0100" y="39385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Arquitectura desacoplada con Backend (FastAPI) y Frontend (Nginx) orquestada mediante Docker Compose.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58603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0125" y="25860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82025" y="25860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La Solución: Ciclo de Ciencia de Datos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71525" y="771525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Arquitectura del Sistema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771525"/>
            <a:ext cx="47625" cy="11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22574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Diseño de Microservicios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29146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sistema utiliza una arquitectura contenerizada para garantizar que funcione igual en desarrollo y producción.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4210050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HTML estático servido por Nginx (Puerto 8080).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5010150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REST con FastAPI (Puerto 8000).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4400" y="5505450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Comunicación: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Peticiones HTTP POST asíncronas.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5999213"/>
            <a:ext cx="461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Orquestación: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Docker Compose gestiona la red interna y volúmenes.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100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101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5054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03883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title="esquema del proyecto 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4625" y="2185575"/>
            <a:ext cx="6416275" cy="33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971550" y="219075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3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Backend &amp; ML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72275" y="219075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3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Frontend &amp; DevOps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219325"/>
            <a:ext cx="3281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304925" y="26670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3.10: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Lenguaje base.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04925" y="31623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FastAPI + Uvicorn: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de alto rendimiento.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304925" y="3657600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Scikit-Learn 1.0.2: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Entrenamiento y Pipelines (versión fija para evitar errores de Pickle).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304925" y="4457700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Pandas &amp; NumPy: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Manipulación de matrices de datos.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219325"/>
            <a:ext cx="3281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105650" y="2667000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HTML5 + Bootstrap: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Interfaz responsiva y limpia.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105650" y="3467100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JavaScript (Fetch API):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Lógica de comunicación cliente-servidor.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105650" y="42672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Docker: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Contenerización de servicios.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105650" y="47625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Nginx: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Servidor web de alto rendimiento.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Stack Tecnológico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667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1623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6576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4577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67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4671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2672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76250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057775"/>
            <a:ext cx="52292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81025" y="19335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Random Forest Classifier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81025" y="24479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eligió este algoritmo por su excelente equilibrio entre precisión y generalización.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81025" y="343852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 Pipeline (model_pipeline.pkl)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81025" y="39528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 asegurar que los datos nuevos se traten exactamente igual que los de entrenamiento, se encapsuló todo en un objeto Pipeline: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05000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El Modelo de Machine Learning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8" title="RFC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9335" y="1905000"/>
            <a:ext cx="5974066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1071" y="34233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1685" y="33852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3916" y="33852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59454" y="338524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581025" y="3636725"/>
            <a:ext cx="910200" cy="360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520362" y="4051994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Recepción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81025" y="4432994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 /detect recibe el archivo .log crudo.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3388131" y="4051994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Validación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448794" y="4432994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Detecta separador (tab/espacio) y valida 23 columnas.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255900" y="4051994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Inferencia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16563" y="4432994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StandardScaler -&gt; RandomForest -&gt; Predicción.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9123670" y="4051994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Respuesta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9184332" y="4432994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Retorna JSON con conteo y actividad dominante.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Flujo de Procesamiento (Backend)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967325" y="3643475"/>
            <a:ext cx="2426400" cy="360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 flipH="1" rot="10800000">
            <a:off x="4882738" y="3636719"/>
            <a:ext cx="2361300" cy="360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 flipH="1" rot="10800000">
            <a:off x="7815538" y="3643469"/>
            <a:ext cx="2361300" cy="360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87859"/>
            <a:ext cx="11029950" cy="348213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15352" y="2268884"/>
            <a:ext cx="1036129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Demostración en Vivo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162050" y="325174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Carga de logs reales y predicción en tiempo real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3960316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1000125" y="2190750"/>
            <a:ext cx="46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Desafíos Técnicos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000125" y="2705100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mayor dificultad fue la compatibilidad de versiones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Pickle/Scikit-learn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El modelo entrenado en una versión no cargaba en otra, obligando a fijar la versión 1.0.2 en el `requirements.txt`.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800850" y="2190750"/>
            <a:ext cx="46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Aprendizajes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800850" y="2705100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importancia de la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reproducibilidad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Docker fue esencial para evitar el problema de "funciona en mi máquina". La validación robusta de datos de entrada es vital para evitar caídas del servidor.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2219325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0850" y="2219325"/>
            <a:ext cx="19481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Reflexiones y Desafíos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1237"/>
            <a:ext cx="348615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81237"/>
            <a:ext cx="348615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81237"/>
            <a:ext cx="34861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803913" y="2860787"/>
            <a:ext cx="304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Visualización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76300" y="3786187"/>
            <a:ext cx="2895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Agregar gráficos interactivos (Chart.js) en el frontend para mostrar la distribución de actividades.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12013" y="2860787"/>
            <a:ext cx="304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Explicabilidad (XAI)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48200" y="3786187"/>
            <a:ext cx="2895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Integrar librerías como SHAP o LIME para explicar por qué el modelo predijo cierta actividad.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420100" y="2861162"/>
            <a:ext cx="304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CI/CD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420100" y="3786187"/>
            <a:ext cx="2895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Implementar pipelines de integración continua para pruebas automáticas y despliegue.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Mejoras Futuras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2900" y="4621410"/>
            <a:ext cx="38862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3674607" y="1750665"/>
            <a:ext cx="484263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810125" y="3265140"/>
            <a:ext cx="2571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